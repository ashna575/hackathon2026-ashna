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ShopWave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Support Agent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286000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Ksolves En(AI)bling Hackathon 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182880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Processed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3017520"/>
            <a:ext cx="182880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74320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3017520"/>
            <a:ext cx="182880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02920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/ Crashes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3017520"/>
            <a:ext cx="182880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22376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in Chain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  ·  Groq LLM (llama-3.3-70b)  ·  asyncio  ·  ReAct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ShopWave gets hundreds of support tickets daily. All go to humans. Most are repetitive.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9319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AGENT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Human reads every ticket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500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Manually checks order 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340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Decides refund eligibility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1181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Writes reply email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5021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Escalates to manager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Takes hours per batch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463040"/>
            <a:ext cx="39319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4630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OUR AGENT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9659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Agent reads all 20 simultaneously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3500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Calls get_order() automatically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7340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Calls check_refund_eligibility()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1181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Calls send_reply() with message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5021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Calls escalate() when uncertain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8862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Takes 3 minutes total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600200" cy="10058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Ingest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tickets.json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74520" y="1371600"/>
            <a:ext cx="502920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914400"/>
            <a:ext cx="1600200" cy="1005840"/>
          </a:xfrm>
          <a:prstGeom prst="rect">
            <a:avLst/>
          </a:prstGeom>
          <a:solidFill>
            <a:srgbClr val="388BFF"/>
          </a:solidFill>
          <a:ln w="12700">
            <a:solidFill>
              <a:srgbClr val="388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960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Classify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14630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+ category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03320" y="1371600"/>
            <a:ext cx="502920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914400"/>
            <a:ext cx="1600200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960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ReAct Loop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14630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→ act → observe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32120" y="1371600"/>
            <a:ext cx="502920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914400"/>
            <a:ext cx="1600200" cy="100584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960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Decision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0" y="14630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or escalate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60920" y="1371600"/>
            <a:ext cx="502920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914400"/>
            <a:ext cx="1600200" cy="10058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960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Audit Log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0" y="14630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reasoning trail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2148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Mock Tools Called in Chains (min 3 per ticket)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2606040"/>
            <a:ext cx="192024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606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get_order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23160" y="2606040"/>
            <a:ext cx="192024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2606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get_customer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2606040"/>
            <a:ext cx="192024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2606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get_product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20840" y="2606040"/>
            <a:ext cx="192024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2606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search_kb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246120"/>
            <a:ext cx="192024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check_eligibility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23160" y="3246120"/>
            <a:ext cx="192024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23160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issue_refund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3246120"/>
            <a:ext cx="192024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send_reply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20840" y="3246120"/>
            <a:ext cx="192024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686800" y="26060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86800" y="32461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3886200"/>
            <a:ext cx="8595360" cy="594360"/>
          </a:xfrm>
          <a:prstGeom prst="rect">
            <a:avLst/>
          </a:prstGeom>
          <a:solidFill>
            <a:srgbClr val="1A1505"/>
          </a:solidFill>
          <a:ln w="6350">
            <a:solidFill>
              <a:srgbClr val="D299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 Tool fails → retry once (200ms backoff) → log error → agent escalates gracefully. Zero crashes.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Agent Smart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051560"/>
          </a:xfrm>
          <a:prstGeom prst="rect">
            <a:avLst/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Detection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30759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TKT-018: Customer falsely claims premium membership for instant refund. Agent verifies tier via get_customer(), searches knowledge base, finds no such policy — declines politely.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206240" cy="1051560"/>
          </a:xfrm>
          <a:prstGeom prst="rect">
            <a:avLst/>
          </a:prstGeom>
          <a:solidFill>
            <a:srgbClr val="161B22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9875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Tool Recovery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30759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TKT-003: check_refund_eligibility() always times out. Agent retries once, fails again, logs the error, and escalates with full context — never crashes.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4206240" cy="105156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21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Confidence-Based Decisions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54203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gets a confidence score 0-1. Above 85% = auto-resolve. Below 60% = escalate to human. The agent knows what it doesn't know.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148840"/>
            <a:ext cx="4206240" cy="105156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221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Refund Protection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54203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ISSUED_REFUNDS set prevents the same order being refunded twice even when processing concurrently. Safety guard blocks issue_refund() without prior eligibility check.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4206240" cy="1051560"/>
          </a:xfrm>
          <a:prstGeom prst="rect">
            <a:avLst/>
          </a:prstGeom>
          <a:solidFill>
            <a:srgbClr val="161B22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Order ID Handling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776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TKT-017: Customer provides ORD-9999 which doesn't exist. Agent detects missing order, flags threatening language, asks for correct details professionally.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3383280"/>
            <a:ext cx="4206240" cy="1051560"/>
          </a:xfrm>
          <a:prstGeom prst="rect">
            <a:avLst/>
          </a:prstGeom>
          <a:solidFill>
            <a:srgbClr val="161B22"/>
          </a:solidFill>
          <a:ln w="9525">
            <a:solidFill>
              <a:srgbClr val="8B94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456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Ticket Handling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776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TKT-020: 'my thing is broken pls help' — zero info. Agent correctly asks targeted clarifying questions instead of guessing or crashing.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 — All 20 Tickets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914400"/>
            <a:ext cx="192024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423160" y="1645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192024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Info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914400"/>
            <a:ext cx="192024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720840" y="1645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8595360" cy="3200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2377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0" y="23774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743200"/>
            <a:ext cx="859536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614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TKT-001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54480" y="276148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– broken headphones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52160" y="276148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98080" y="27614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035808"/>
            <a:ext cx="859536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5409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TKT-004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54480" y="305409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size delivered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52160" y="305409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0" y="305409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328416"/>
            <a:ext cx="859536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34670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TKT-009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554480" y="334670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status check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52160" y="334670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98080" y="334670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621024"/>
            <a:ext cx="859536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6393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TKT-010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554480" y="363931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my order?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52160" y="363931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98080" y="36393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3913632"/>
            <a:ext cx="859536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93192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TKT-017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554480" y="393192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order ID + legal threat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52160" y="393192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98080" y="393192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206240"/>
            <a:ext cx="859536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2245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TKT-018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554480" y="4224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— fake premium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852160" y="422452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498080" y="42245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4498848"/>
            <a:ext cx="859536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5171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TKT-003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554480" y="451713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timeout recovery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852160" y="451713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498080" y="45171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4791456"/>
            <a:ext cx="859536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80974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TKT-016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554480" y="480974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customer email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852160" y="480974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INFO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498080" y="480974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Engineering Depth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00584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10058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Python — async/await, type hints, clean architecture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100584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05840"/>
            <a:ext cx="73152" cy="10058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789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4447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llama-3.3-70b-versatile — fast, free tier, production-ready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4114800" cy="1005840"/>
          </a:xfrm>
          <a:prstGeom prst="rect">
            <a:avLst/>
          </a:prstGeom>
          <a:solidFill>
            <a:srgbClr val="161B22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240280"/>
            <a:ext cx="73152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134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asyncio.gather()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6791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concurrency — all tickets processed simultaneously in batches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240280"/>
            <a:ext cx="4114800" cy="1005840"/>
          </a:xfrm>
          <a:prstGeom prst="rect">
            <a:avLst/>
          </a:prstGeom>
          <a:solidFill>
            <a:srgbClr val="161B22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240280"/>
            <a:ext cx="73152" cy="100584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3134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6791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→ Act → Observe → Repeat. Industry-standard agent pattern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474720"/>
            <a:ext cx="4114800" cy="1005840"/>
          </a:xfrm>
          <a:prstGeom prst="rect">
            <a:avLst/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474720"/>
            <a:ext cx="73152" cy="10058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478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Mock Tools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9136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failures: 15-20% random timeout/503/malformed data rates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474720"/>
            <a:ext cx="4114800" cy="1005840"/>
          </a:xfrm>
          <a:prstGeom prst="rect">
            <a:avLst/>
          </a:prstGeom>
          <a:solidFill>
            <a:srgbClr val="161B22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474720"/>
            <a:ext cx="73152" cy="10058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5478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Logging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39136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call, reasoning step, and outcome logged to audit_log.json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ShopWave Autonomous Support Agent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algn="ctr"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github.com/ashna575/hackathon2026-ashna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Groq LLM · asyncio · ReAct · 8 Mock Tools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Ksolves En(AI)bling Hackathon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ShopWave Autonomous Support Agent</dc:title>
  <dc:subject>PptxGenJS Presentation</dc:subject>
  <dc:creator>PptxGenJS</dc:creator>
  <cp:lastModifiedBy>PptxGenJS</cp:lastModifiedBy>
  <cp:revision>1</cp:revision>
  <dcterms:created xsi:type="dcterms:W3CDTF">2026-04-18T08:40:43Z</dcterms:created>
  <dcterms:modified xsi:type="dcterms:W3CDTF">2026-04-18T08:40:43Z</dcterms:modified>
</cp:coreProperties>
</file>